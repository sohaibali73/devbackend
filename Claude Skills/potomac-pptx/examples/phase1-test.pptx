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57200"/>
            <a:ext cx="118872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PHASE 1 TEST PRESENTATION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Risk®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5029200"/>
            <a:ext cx="8229600" cy="91440"/>
          </a:xfrm>
          <a:prstGeom prst="rect">
            <a:avLst/>
          </a:prstGeom>
          <a:solidFill>
            <a:srgbClr val="FEC00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INVESTMENT THEMES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Diversification in volatile markets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Active vs. passive strategy selection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 management through systematic guardrails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Long-term value creation focus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MARKET OUTLOOK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Current Environment: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Elevated volatility persists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Interest rate uncertainty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Geopolitical tensions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Inflation concerns remain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54880" y="2011680"/>
            <a:ext cx="39319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Our Response: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Dynamic asset allocation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Risk-managed strategies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Diversified approach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• Built to Conquer Risk®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53712" y="2011680"/>
            <a:ext cx="36576" cy="3657600"/>
          </a:xfrm>
          <a:prstGeom prst="rect">
            <a:avLst/>
          </a:prstGeom>
          <a:solidFill>
            <a:srgbClr val="C6C6C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74320"/>
            <a:ext cx="91440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ADVANTAGE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1828800" cy="45720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Proven investment strategies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Turnkey Asset Management Platform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Comprehensive research capabilities</a:t>
            </a:r>
            <a:endParaRPr lang="en-US" sz="18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 management through Guardrails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ohaibAli\PycharmProjects\skills\skills\potomac-pptx\brand-assets\logos\potomac-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371600"/>
            <a:ext cx="137160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Risk®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potomac.com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(305) 824-2702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37373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info@potomac.com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TEST PRESENTATION</dc:title>
  <dc:subject>PHASE 1 TEST PRESENTATION</dc:subject>
  <dc:creator>Potomac</dc:creator>
  <cp:lastModifiedBy>Potomac</cp:lastModifiedBy>
  <cp:revision>1</cp:revision>
  <dcterms:created xsi:type="dcterms:W3CDTF">2026-02-17T16:54:38Z</dcterms:created>
  <dcterms:modified xsi:type="dcterms:W3CDTF">2026-02-17T16:54:38Z</dcterms:modified>
</cp:coreProperties>
</file>