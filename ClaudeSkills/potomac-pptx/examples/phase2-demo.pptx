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118872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TEMPLATE SHOWCASE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Phase 2 Universal Template System Demonstration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5029200"/>
            <a:ext cx="8229600" cy="91440"/>
          </a:xfrm>
          <a:prstGeom prst="rect">
            <a:avLst/>
          </a:prstGeom>
          <a:solidFill>
            <a:srgbClr val="FEC00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D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2860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TITLE SLIDE VARIANTS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Multiple title slide options for different presentation types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EXECUTIVE PRESENTATION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D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2860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CONTENT SLIDE TEMPLATES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Smart template selection based on content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MARKET COMPARISON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Traditional Approach: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Static asset allocation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Benchmark-relative performance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Limited risk controls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Quarterly rebalancing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 Approach: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Dynamic asset allocation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Absolute risk management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Systematic guardrails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Continuous monitoring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53712" y="2011680"/>
            <a:ext cx="36576" cy="3657600"/>
          </a:xfrm>
          <a:prstGeom prst="rect">
            <a:avLst/>
          </a:prstGeom>
          <a:solidFill>
            <a:srgbClr val="C6C6C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PILLARS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Research: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Quantitative analysis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Fundamental research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Risk assessment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Market intelligence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91840" y="201168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Strategy: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Portfolio construction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Asset allocation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Risk budgeting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Performance attribution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201168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Execution: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Trade optimization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Cost management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Liquidity planning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Operational efficiency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PERFORMANCE METRICS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228600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12.8%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85800" y="320040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Annualized Return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76600" y="228600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11.2%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276600" y="320040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Volatility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67400" y="228600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1.14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867400" y="320040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393192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94%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85800" y="484632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Client Retention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76600" y="393192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$2.5B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3276600" y="484632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Assets Under Management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67400" y="3931920"/>
            <a:ext cx="240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8.5%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867400" y="4846320"/>
            <a:ext cx="240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Maximum Drawdown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Performance data represents composite results from 2019-2024. Past performance does not guarantee future results.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PROCESS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PROCESS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Content error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D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"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Potomac's systematic approach to risk management has helped us navigate volatile markets while maintaining our long-term investment objectives.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0" y="4754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— Chief Investment Officer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5486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Large Institutional Client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D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2860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SPECIALIZED TEMPLATES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Advanced layouts for specific content types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EXPERIENCE THE DIFFERENCE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Ready to see how Potomac's systematic approach can enhance your portfolio? Let's schedule a consultation to discuss your specific needs and objectives.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4389120"/>
            <a:ext cx="2743200" cy="731520"/>
          </a:xfrm>
          <a:prstGeom prst="rect">
            <a:avLst/>
          </a:prstGeom>
          <a:solidFill>
            <a:srgbClr val="FEC00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SCHEDULE CONSULTATION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potomac.com | (305) 824-2702 | info@potomac.com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TEMPLATE SHOWCASE</dc:title>
  <dc:subject>POTOMAC TEMPLATE SHOWCASE</dc:subject>
  <dc:creator>Potomac</dc:creator>
  <cp:lastModifiedBy>Potomac</cp:lastModifiedBy>
  <cp:revision>1</cp:revision>
  <dcterms:created xsi:type="dcterms:W3CDTF">2026-02-17T17:09:19Z</dcterms:created>
  <dcterms:modified xsi:type="dcterms:W3CDTF">2026-02-17T17:09:19Z</dcterms:modified>
</cp:coreProperties>
</file>