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ogoArea"/>
          <p:cNvSpPr txBox="1"/>
          <p:nvPr/>
        </p:nvSpPr>
        <p:spPr>
          <a:xfrm>
            <a:off x="3749039" y="411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12121"/>
                </a:solidFill>
                <a:latin typeface="Rajdhani"/>
              </a:rPr>
              <a:t>POTOMAC</a:t>
            </a:r>
          </a:p>
        </p:txBody>
      </p:sp>
      <p:sp>
        <p:nvSpPr>
          <p:cNvPr id="3" name="TitleText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12121"/>
                </a:solidFill>
                <a:latin typeface="Rajdhani"/>
              </a:rPr>
              <a:t>PRESENTATION TITLE</a:t>
            </a:r>
          </a:p>
        </p:txBody>
      </p:sp>
      <p:sp>
        <p:nvSpPr>
          <p:cNvPr id="4" name="SubtitleText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99999"/>
                </a:solidFill>
                <a:latin typeface="Quicksand"/>
              </a:rPr>
              <a:t>Subtitle — {{subtitle}}</a:t>
            </a:r>
          </a:p>
        </p:txBody>
      </p:sp>
      <p:sp>
        <p:nvSpPr>
          <p:cNvPr id="5" name="AccentBar"/>
          <p:cNvSpPr/>
          <p:nvPr/>
        </p:nvSpPr>
        <p:spPr>
          <a:xfrm>
            <a:off x="457200" y="4754880"/>
            <a:ext cx="8229600" cy="73152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ateText"/>
          <p:cNvSpPr txBox="1"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Quicksand"/>
              </a:rPr>
              <a:t>{{date}}</a:t>
            </a:r>
          </a:p>
        </p:txBody>
      </p:sp>
      <p:sp>
        <p:nvSpPr>
          <p:cNvPr id="7" name="TaglineText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EC00F"/>
                </a:solidFill>
                <a:latin typeface="Quicksand"/>
              </a:rPr>
              <a:t>Built to Conquer Risk®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Area"/>
          <p:cNvSpPr txBox="1"/>
          <p:nvPr/>
        </p:nvSpPr>
        <p:spPr>
          <a:xfrm>
            <a:off x="7818120" y="13716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12121"/>
                </a:solidFill>
                <a:latin typeface="Rajdhani"/>
              </a:rPr>
              <a:t>POTOMAC</a:t>
            </a:r>
          </a:p>
        </p:txBody>
      </p:sp>
      <p:sp>
        <p:nvSpPr>
          <p:cNvPr id="4" name="TitleText"/>
          <p:cNvSpPr txBox="1"/>
          <p:nvPr/>
        </p:nvSpPr>
        <p:spPr>
          <a:xfrm>
            <a:off x="457200" y="320040"/>
            <a:ext cx="7223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121"/>
                </a:solidFill>
                <a:latin typeface="Rajdhani"/>
              </a:rPr>
              <a:t>SLIDE TITLE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dyText"/>
          <p:cNvSpPr txBox="1"/>
          <p:nvPr/>
        </p:nvSpPr>
        <p:spPr>
          <a:xfrm>
            <a:off x="457200" y="1417320"/>
            <a:ext cx="8321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12121"/>
                </a:solidFill>
                <a:latin typeface="Quicksand"/>
              </a:rPr>
              <a:t>• Key point one
• Key point two
• Key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Area"/>
          <p:cNvSpPr txBox="1"/>
          <p:nvPr/>
        </p:nvSpPr>
        <p:spPr>
          <a:xfrm>
            <a:off x="7818120" y="13716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12121"/>
                </a:solidFill>
                <a:latin typeface="Rajdhani"/>
              </a:rPr>
              <a:t>POTOMAC</a:t>
            </a:r>
          </a:p>
        </p:txBody>
      </p:sp>
      <p:sp>
        <p:nvSpPr>
          <p:cNvPr id="4" name="TitleText"/>
          <p:cNvSpPr txBox="1"/>
          <p:nvPr/>
        </p:nvSpPr>
        <p:spPr>
          <a:xfrm>
            <a:off x="457200" y="320040"/>
            <a:ext cx="7223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2121"/>
                </a:solidFill>
                <a:latin typeface="Rajdhani"/>
              </a:rPr>
              <a:t>TWO COLUMN SLIDE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ftHeader"/>
          <p:cNvSpPr txBox="1"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EC00F"/>
                </a:solidFill>
                <a:latin typeface="Quicksand"/>
              </a:rPr>
              <a:t>LEFT COLUMN</a:t>
            </a:r>
          </a:p>
        </p:txBody>
      </p:sp>
      <p:sp>
        <p:nvSpPr>
          <p:cNvPr id="7" name="RightHeader"/>
          <p:cNvSpPr txBox="1"/>
          <p:nvPr/>
        </p:nvSpPr>
        <p:spPr>
          <a:xfrm>
            <a:off x="4892040" y="141732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EC00F"/>
                </a:solidFill>
                <a:latin typeface="Quicksand"/>
              </a:rPr>
              <a:t>RIGHT COLUMN</a:t>
            </a:r>
          </a:p>
        </p:txBody>
      </p:sp>
      <p:sp>
        <p:nvSpPr>
          <p:cNvPr id="8" name="ColumnDivider"/>
          <p:cNvSpPr/>
          <p:nvPr/>
        </p:nvSpPr>
        <p:spPr>
          <a:xfrm>
            <a:off x="4462272" y="1417320"/>
            <a:ext cx="36576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ftContent"/>
          <p:cNvSpPr txBox="1"/>
          <p:nvPr/>
        </p:nvSpPr>
        <p:spPr>
          <a:xfrm>
            <a:off x="457200" y="192024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Quicksand"/>
              </a:rPr>
              <a:t>Left column content goes here.</a:t>
            </a:r>
          </a:p>
        </p:txBody>
      </p:sp>
      <p:sp>
        <p:nvSpPr>
          <p:cNvPr id="10" name="RightContent"/>
          <p:cNvSpPr txBox="1"/>
          <p:nvPr/>
        </p:nvSpPr>
        <p:spPr>
          <a:xfrm>
            <a:off x="4892040" y="192024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  <a:latin typeface="Quicksand"/>
              </a:rPr>
              <a:t>Right column content goes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Area"/>
          <p:cNvSpPr txBox="1"/>
          <p:nvPr/>
        </p:nvSpPr>
        <p:spPr>
          <a:xfrm>
            <a:off x="7818120" y="13716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12121"/>
                </a:solidFill>
                <a:latin typeface="Rajdhani"/>
              </a:rPr>
              <a:t>POTOMAC</a:t>
            </a:r>
          </a:p>
        </p:txBody>
      </p:sp>
      <p:sp>
        <p:nvSpPr>
          <p:cNvPr id="4" name="TitleText"/>
          <p:cNvSpPr txBox="1"/>
          <p:nvPr/>
        </p:nvSpPr>
        <p:spPr>
          <a:xfrm>
            <a:off x="457200" y="320040"/>
            <a:ext cx="7223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12121"/>
                </a:solidFill>
                <a:latin typeface="Rajdhani"/>
              </a:rPr>
              <a:t>KEY METRICS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ric1Value"/>
          <p:cNvSpPr txBox="1"/>
          <p:nvPr/>
        </p:nvSpPr>
        <p:spPr>
          <a:xfrm>
            <a:off x="548640" y="18288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EC00F"/>
                </a:solidFill>
                <a:latin typeface="Rajdhani"/>
              </a:rPr>
              <a:t>{{value}}</a:t>
            </a:r>
          </a:p>
        </p:txBody>
      </p:sp>
      <p:sp>
        <p:nvSpPr>
          <p:cNvPr id="7" name="Metric1Label"/>
          <p:cNvSpPr txBox="1"/>
          <p:nvPr/>
        </p:nvSpPr>
        <p:spPr>
          <a:xfrm>
            <a:off x="548640" y="2926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Quicksand"/>
              </a:rPr>
              <a:t>Metric Label</a:t>
            </a:r>
          </a:p>
        </p:txBody>
      </p:sp>
      <p:sp>
        <p:nvSpPr>
          <p:cNvPr id="8" name="Metric2Value"/>
          <p:cNvSpPr txBox="1"/>
          <p:nvPr/>
        </p:nvSpPr>
        <p:spPr>
          <a:xfrm>
            <a:off x="3410712" y="18288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EC00F"/>
                </a:solidFill>
                <a:latin typeface="Rajdhani"/>
              </a:rPr>
              <a:t>{{value}}</a:t>
            </a:r>
          </a:p>
        </p:txBody>
      </p:sp>
      <p:sp>
        <p:nvSpPr>
          <p:cNvPr id="9" name="Metric2Label"/>
          <p:cNvSpPr txBox="1"/>
          <p:nvPr/>
        </p:nvSpPr>
        <p:spPr>
          <a:xfrm>
            <a:off x="3410712" y="2926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Quicksand"/>
              </a:rPr>
              <a:t>Metric Label</a:t>
            </a:r>
          </a:p>
        </p:txBody>
      </p:sp>
      <p:sp>
        <p:nvSpPr>
          <p:cNvPr id="10" name="Metric3Value"/>
          <p:cNvSpPr txBox="1"/>
          <p:nvPr/>
        </p:nvSpPr>
        <p:spPr>
          <a:xfrm>
            <a:off x="6272784" y="18288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EC00F"/>
                </a:solidFill>
                <a:latin typeface="Rajdhani"/>
              </a:rPr>
              <a:t>{{value}}</a:t>
            </a:r>
          </a:p>
        </p:txBody>
      </p:sp>
      <p:sp>
        <p:nvSpPr>
          <p:cNvPr id="11" name="Metric3Label"/>
          <p:cNvSpPr txBox="1"/>
          <p:nvPr/>
        </p:nvSpPr>
        <p:spPr>
          <a:xfrm>
            <a:off x="6272784" y="29260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Quicksand"/>
              </a:rPr>
              <a:t>Metric Label</a:t>
            </a:r>
          </a:p>
        </p:txBody>
      </p:sp>
      <p:sp>
        <p:nvSpPr>
          <p:cNvPr id="12" name="ContextText"/>
          <p:cNvSpPr txBox="1"/>
          <p:nvPr/>
        </p:nvSpPr>
        <p:spPr>
          <a:xfrm>
            <a:off x="457200" y="59436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Quicksand"/>
              </a:rPr>
              <a:t>Source: {{source}} | As of {{date}}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7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ogoArea"/>
          <p:cNvSpPr txBox="1"/>
          <p:nvPr/>
        </p:nvSpPr>
        <p:spPr>
          <a:xfrm>
            <a:off x="7818120" y="137160"/>
            <a:ext cx="114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12121"/>
                </a:solidFill>
                <a:latin typeface="Rajdhani"/>
              </a:rPr>
              <a:t>POTOMAC</a:t>
            </a:r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Text"/>
          <p:cNvSpPr txBox="1"/>
          <p:nvPr/>
        </p:nvSpPr>
        <p:spPr>
          <a:xfrm>
            <a:off x="731520" y="219456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212121"/>
                </a:solidFill>
                <a:latin typeface="Rajdhani"/>
              </a:rPr>
              <a:t>SECTION TITLE</a:t>
            </a:r>
          </a:p>
        </p:txBody>
      </p:sp>
      <p:sp>
        <p:nvSpPr>
          <p:cNvPr id="5" name="DescriptionText"/>
          <p:cNvSpPr txBox="1"/>
          <p:nvPr/>
        </p:nvSpPr>
        <p:spPr>
          <a:xfrm>
            <a:off x="73152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99"/>
                </a:solidFill>
                <a:latin typeface="Quicksand"/>
              </a:rPr>
              <a:t>Section description — {{description}}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