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ALPS Alerian MLP ETF (AMLP)</c:v>
                </c:pt>
              </c:strCache>
            </c:strRef>
          </c:tx>
          <c:spPr>
            <a:solidFill>
              <a:srgbClr val="000000"/>
            </a:solidFill>
            <a:ln w="2540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2012</c:v>
                  </c:pt>
                  <c:pt idx="1">
                    <c:v>2014</c:v>
                  </c:pt>
                  <c:pt idx="2">
                    <c:v>2016</c:v>
                  </c:pt>
                  <c:pt idx="3">
                    <c:v>2018</c:v>
                  </c:pt>
                  <c:pt idx="4">
                    <c:v>2020</c:v>
                  </c:pt>
                  <c:pt idx="5">
                    <c:v>2022</c:v>
                  </c:pt>
                  <c:pt idx="6">
                    <c:v>2024</c:v>
                  </c:pt>
                  <c:pt idx="7">
                    <c:v>2026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32</c:v>
                </c:pt>
                <c:pt idx="1">
                  <c:v>36</c:v>
                </c:pt>
                <c:pt idx="2">
                  <c:v>30</c:v>
                </c:pt>
                <c:pt idx="3">
                  <c:v>28</c:v>
                </c:pt>
                <c:pt idx="4">
                  <c:v>14</c:v>
                </c:pt>
                <c:pt idx="5">
                  <c:v>28</c:v>
                </c:pt>
                <c:pt idx="6">
                  <c:v>38</c:v>
                </c:pt>
                <c:pt idx="7">
                  <c:v>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89263" y="2178627"/>
            <a:ext cx="2414998" cy="24376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80714" y="1037844"/>
            <a:ext cx="4432097" cy="8494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3880714" y="3161492"/>
            <a:ext cx="4432097" cy="377537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EST.  2026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880714" y="4813219"/>
            <a:ext cx="4432097" cy="849459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FFFFF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UNIVERSITY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C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2895" cy="1554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Title</a:t>
            </a:r>
            <a:endParaRPr lang="en-US" sz="8800" dirty="0"/>
          </a:p>
        </p:txBody>
      </p:sp>
      <p:sp>
        <p:nvSpPr>
          <p:cNvPr id="3" name="Text 1"/>
          <p:cNvSpPr/>
          <p:nvPr/>
        </p:nvSpPr>
        <p:spPr>
          <a:xfrm>
            <a:off x="914400" y="3749040"/>
            <a:ext cx="10362895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Manish Khatta, CEO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838651" y="4848149"/>
            <a:ext cx="4518050" cy="18288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4968" y="5734202"/>
            <a:ext cx="2741759" cy="562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57300" y="2389327"/>
            <a:ext cx="9687154" cy="201259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WELCOME TO</a:t>
            </a:r>
            <a:endParaRPr lang="en-US" sz="6500" dirty="0"/>
          </a:p>
          <a:p>
            <a:pPr algn="ctr" indent="0" marL="0">
              <a:buNone/>
            </a:pPr>
            <a:r>
              <a:rPr lang="en-US" sz="6500" b="1" dirty="0">
                <a:solidFill>
                  <a:srgbClr val="FFFFFF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POTOMAC UNIVERSITY</a:t>
            </a:r>
            <a:endParaRPr lang="en-US" sz="6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321" y="509321"/>
            <a:ext cx="1042416" cy="2999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5920" y="50292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61414" y="448056"/>
            <a:ext cx="585381" cy="590702"/>
          </a:xfrm>
          <a:prstGeom prst="rect">
            <a:avLst/>
          </a:prstGeom>
        </p:spPr>
      </p:pic>
      <p:graphicFrame>
        <p:nvGraphicFramePr>
          <p:cNvPr id="5" name="Chart 0" descr=""/>
          <p:cNvGraphicFramePr/>
          <p:nvPr/>
        </p:nvGraphicFramePr>
        <p:xfrm>
          <a:off x="1591970" y="1180490"/>
          <a:ext cx="9014155" cy="508315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5327294" y="6467551"/>
            <a:ext cx="1540764" cy="228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For illustrative purposes only.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C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8700" y="0"/>
            <a:ext cx="2876702" cy="3702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8700" y="3702552"/>
            <a:ext cx="1438351" cy="81275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2467051" y="3702552"/>
            <a:ext cx="1438351" cy="812755"/>
          </a:xfrm>
          <a:prstGeom prst="rt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4416" y="1454170"/>
            <a:ext cx="1705270" cy="172126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886054"/>
            <a:ext cx="2648102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POTOMAC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43000" y="3172054"/>
            <a:ext cx="2648102" cy="5715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UNIVERSITY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88052" y="2332634"/>
            <a:ext cx="5804611" cy="300563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65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WELCOME TO POTOMAC UNIVERSITY</a:t>
            </a:r>
            <a:endParaRPr lang="en-US" sz="6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9321" y="509321"/>
            <a:ext cx="1042416" cy="2999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5920" y="502920"/>
            <a:ext cx="8899855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061414" y="448056"/>
            <a:ext cx="585381" cy="59070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119226" y="2331720"/>
            <a:ext cx="2651760" cy="2633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DC00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62302" y="2657246"/>
            <a:ext cx="971093" cy="971093"/>
          </a:xfrm>
          <a:prstGeom prst="ellipse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962302" y="2657246"/>
            <a:ext cx="971093" cy="97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119226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19226" y="3886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(up, down, or sideways)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776826" y="2331720"/>
            <a:ext cx="2651760" cy="2633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DC00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09844" y="2657246"/>
            <a:ext cx="971093" cy="971093"/>
          </a:xfrm>
          <a:prstGeom prst="ellipse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09844" y="2657246"/>
            <a:ext cx="971093" cy="97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776826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Health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776826" y="3886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(Breadth and Volume)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425282" y="2331720"/>
            <a:ext cx="2651760" cy="2633472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DC00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258300" y="2657246"/>
            <a:ext cx="971093" cy="971093"/>
          </a:xfrm>
          <a:prstGeom prst="ellipse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258300" y="2657246"/>
            <a:ext cx="971093" cy="97109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8425282" y="306324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Intermarket Confirmation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425282" y="388620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0808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(Intermarket Relationships)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34602" y="0"/>
            <a:ext cx="2924251" cy="6858000"/>
          </a:xfrm>
          <a:prstGeom prst="rect">
            <a:avLst/>
          </a:prstGeom>
          <a:solidFill>
            <a:srgbClr val="F0F0F0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934602" y="0"/>
            <a:ext cx="2924251" cy="6858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800" kern="0" dirty="0">
                <a:solidFill>
                  <a:srgbClr val="808080"/>
                </a:solidFill>
                <a:latin typeface="Rajdhani" pitchFamily="34" charset="0"/>
                <a:ea typeface="Rajdhani" pitchFamily="34" charset="-122"/>
                <a:cs typeface="Rajdhani" pitchFamily="34" charset="-120"/>
              </a:rPr>
              <a:t>PHOTO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9321" y="509321"/>
            <a:ext cx="1042416" cy="299923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spc="4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HISTORY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45920" y="502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spc="600" kern="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TREND DIRECTION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609344" y="2114093"/>
            <a:ext cx="371246" cy="371246"/>
          </a:xfrm>
          <a:prstGeom prst="rect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53666" y="2077517"/>
            <a:ext cx="4347972" cy="416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1609344" y="2789834"/>
            <a:ext cx="371246" cy="371246"/>
          </a:xfrm>
          <a:prstGeom prst="rect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53666" y="2753258"/>
            <a:ext cx="4347972" cy="416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1609344" y="3465576"/>
            <a:ext cx="371246" cy="371246"/>
          </a:xfrm>
          <a:prstGeom prst="rect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53666" y="3429000"/>
            <a:ext cx="4347972" cy="416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609344" y="4141318"/>
            <a:ext cx="371246" cy="371246"/>
          </a:xfrm>
          <a:prstGeom prst="rect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3666" y="4104742"/>
            <a:ext cx="4347972" cy="416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609344" y="4817059"/>
            <a:ext cx="371246" cy="371246"/>
          </a:xfrm>
          <a:prstGeom prst="rect">
            <a:avLst/>
          </a:prstGeom>
          <a:solidFill>
            <a:srgbClr val="FDC00E"/>
          </a:solidFill>
          <a:ln w="12700">
            <a:solidFill>
              <a:srgbClr val="FDC0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3666" y="4780483"/>
            <a:ext cx="4347972" cy="41696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Profitable with healthy margins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C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33572" y="2833726"/>
            <a:ext cx="5341010" cy="1021385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0" b="1" dirty="0">
                <a:solidFill>
                  <a:srgbClr val="000000"/>
                </a:solidFill>
                <a:latin typeface="Quicksand" pitchFamily="34" charset="0"/>
                <a:ea typeface="Quicksand" pitchFamily="34" charset="-122"/>
                <a:cs typeface="Quicksand" pitchFamily="34" charset="-120"/>
              </a:rPr>
              <a:t>Thank you!</a:t>
            </a:r>
            <a:endParaRPr lang="en-US" sz="6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24968" y="5734202"/>
            <a:ext cx="2741759" cy="5623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Potomac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Potomac University — Showcase</dc:title>
  <dc:subject>PptxGenJS Presentation</dc:subject>
  <dc:creator>Potomac</dc:creator>
  <cp:lastModifiedBy>Potomac</cp:lastModifiedBy>
  <cp:revision>1</cp:revision>
  <dcterms:created xsi:type="dcterms:W3CDTF">2026-04-17T19:50:27Z</dcterms:created>
  <dcterms:modified xsi:type="dcterms:W3CDTF">2026-04-17T19:50:27Z</dcterms:modified>
</cp:coreProperties>
</file>