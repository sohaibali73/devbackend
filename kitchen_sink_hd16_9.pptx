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0" y="528298"/>
            <a:ext cx="1828800" cy="3835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900" y="1363028"/>
            <a:ext cx="8458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 KITCHEN SINK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342900" y="2520315"/>
            <a:ext cx="8458200" cy="6172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EC00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Every template, theme &amp; mode in one deck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42900" y="3266123"/>
            <a:ext cx="8458200" cy="41148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2900" y="3435858"/>
            <a:ext cx="8458200" cy="3086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EC00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Built to Conquer Risk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2938"/>
            <a:ext cx="4572000" cy="3857625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2938"/>
            <a:ext cx="100584" cy="3857625"/>
          </a:xfrm>
          <a:prstGeom prst="rect">
            <a:avLst/>
          </a:prstGeom>
          <a:solidFill>
            <a:srgbClr val="FEC00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8931" y="917258"/>
            <a:ext cx="356699" cy="36004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339025"/>
            <a:ext cx="4023360" cy="15431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416177"/>
            <a:ext cx="4023360" cy="56578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INVESTMENT STRATEGIES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822960" y="2043684"/>
            <a:ext cx="4023360" cy="56578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AND SOLUTIONS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22960" y="2671191"/>
            <a:ext cx="4023360" cy="2828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AT POTOMAC FUND MANAGEMENT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3077528"/>
            <a:ext cx="4023360" cy="15431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092958"/>
            <a:ext cx="4023360" cy="2571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STRATEGY OVERVIEW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3411855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Tactical, risk-managed portfolios for any market environment.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4020503"/>
            <a:ext cx="4023360" cy="2057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CONFIDENTIAL — FOR INTERNAL USE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66660" y="307738"/>
            <a:ext cx="1234440" cy="258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900" y="205740"/>
            <a:ext cx="7155180" cy="6172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HEX ROW — STRATEGIES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42900" y="822960"/>
            <a:ext cx="1431036" cy="41148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2900" y="889825"/>
            <a:ext cx="7155180" cy="2057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Tactical sleeves spanning two decades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2900" y="1625207"/>
            <a:ext cx="1588770" cy="1834554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2900" y="3953654"/>
            <a:ext cx="1588770" cy="55704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FIRST STEP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740093" y="4510695"/>
            <a:ext cx="794385" cy="29709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2900" y="4603535"/>
            <a:ext cx="1588770" cy="33422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2002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060257" y="1625207"/>
            <a:ext cx="1588770" cy="1834554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60257" y="3953654"/>
            <a:ext cx="1588770" cy="55704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EVOLUTION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2457450" y="4510695"/>
            <a:ext cx="794385" cy="29709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60257" y="4603535"/>
            <a:ext cx="1588770" cy="33422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2010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777615" y="1625207"/>
            <a:ext cx="1588770" cy="1834554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77615" y="3953654"/>
            <a:ext cx="1588770" cy="55704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OPPORTUNITY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4174808" y="4510695"/>
            <a:ext cx="794385" cy="29709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77615" y="4603535"/>
            <a:ext cx="1588770" cy="33422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2015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94973" y="1625207"/>
            <a:ext cx="1588770" cy="1834554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94973" y="3953654"/>
            <a:ext cx="1588770" cy="55704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INSIGHT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5892165" y="4510695"/>
            <a:ext cx="794385" cy="29709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94973" y="4603535"/>
            <a:ext cx="1588770" cy="33422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2020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212330" y="1625207"/>
            <a:ext cx="1588770" cy="1834554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12330" y="3953654"/>
            <a:ext cx="1588770" cy="55704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ATLAS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7609523" y="4510695"/>
            <a:ext cx="794385" cy="29709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12330" y="4603535"/>
            <a:ext cx="1588770" cy="33422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2024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05740"/>
            <a:ext cx="8458200" cy="6172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TEAM TRIAD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42900" y="1440180"/>
            <a:ext cx="2424684" cy="27003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EC0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6603" y="1172718"/>
            <a:ext cx="1697279" cy="411480"/>
          </a:xfrm>
          <a:prstGeom prst="roundRect">
            <a:avLst>
              <a:gd name="adj" fmla="val 50000"/>
            </a:avLst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6603" y="1172718"/>
            <a:ext cx="1697279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RESEARCH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36875" y="1687068"/>
            <a:ext cx="2036735" cy="23505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Investment due diligence and fund monitoring.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894457" y="2621185"/>
            <a:ext cx="338328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+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59658" y="1440180"/>
            <a:ext cx="2424684" cy="27003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EC0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23361" y="1172718"/>
            <a:ext cx="1697279" cy="411480"/>
          </a:xfrm>
          <a:prstGeom prst="roundRect">
            <a:avLst>
              <a:gd name="adj" fmla="val 50000"/>
            </a:avLst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3361" y="1172718"/>
            <a:ext cx="1697279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PORTFOLIO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53633" y="1687068"/>
            <a:ext cx="2036735" cy="23505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Allocation, execution and rebalancing.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11215" y="2621185"/>
            <a:ext cx="338328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=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76416" y="1440180"/>
            <a:ext cx="2424684" cy="27003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EC00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40119" y="1172718"/>
            <a:ext cx="1697279" cy="411480"/>
          </a:xfrm>
          <a:prstGeom prst="roundRect">
            <a:avLst>
              <a:gd name="adj" fmla="val 50000"/>
            </a:avLst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0119" y="1172718"/>
            <a:ext cx="1697279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RISK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70391" y="1687068"/>
            <a:ext cx="2036735" cy="23505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Systematic drawdown control &amp; volatility sizing.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5740" y="205740"/>
            <a:ext cx="8732520" cy="4732020"/>
          </a:xfrm>
          <a:prstGeom prst="rect">
            <a:avLst/>
          </a:prstGeom>
          <a:ln w="381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4643" y="442341"/>
            <a:ext cx="506454" cy="5110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2341" y="1081164"/>
            <a:ext cx="8259318" cy="63882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1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BUILT TO</a:t>
            </a:r>
            <a:endParaRPr lang="en-US" sz="4100" dirty="0"/>
          </a:p>
        </p:txBody>
      </p:sp>
      <p:sp>
        <p:nvSpPr>
          <p:cNvPr id="5" name="Text 2"/>
          <p:cNvSpPr/>
          <p:nvPr/>
        </p:nvSpPr>
        <p:spPr>
          <a:xfrm>
            <a:off x="442341" y="1805163"/>
            <a:ext cx="8259318" cy="8517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CONQUER RISK</a:t>
            </a:r>
            <a:endParaRPr lang="en-US" sz="5500" dirty="0"/>
          </a:p>
        </p:txBody>
      </p:sp>
      <p:sp>
        <p:nvSpPr>
          <p:cNvPr id="6" name="Shape 3"/>
          <p:cNvSpPr/>
          <p:nvPr/>
        </p:nvSpPr>
        <p:spPr>
          <a:xfrm>
            <a:off x="1268273" y="2742103"/>
            <a:ext cx="6607454" cy="42588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7" name="Text 4"/>
          <p:cNvSpPr/>
          <p:nvPr/>
        </p:nvSpPr>
        <p:spPr>
          <a:xfrm>
            <a:off x="442341" y="2869867"/>
            <a:ext cx="8259318" cy="21294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42341" y="3167985"/>
            <a:ext cx="8259318" cy="9369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/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Review risk tolerance</a:t>
            </a:r>
            <a:pPr algn="l"/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Select matching strategy sleeve</a:t>
            </a:r>
            <a:pPr algn="l"/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Onboard via advisor portal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42341" y="4190101"/>
            <a:ext cx="8259318" cy="34070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potomacfund.com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Potomac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Potomac Kitchen Sink (hd16_9)</dc:title>
  <dc:subject>PptxGenJS Presentation</dc:subject>
  <dc:creator>Potomac</dc:creator>
  <cp:lastModifiedBy>Potomac</cp:lastModifiedBy>
  <cp:revision>1</cp:revision>
  <dcterms:created xsi:type="dcterms:W3CDTF">2026-04-17T19:13:14Z</dcterms:created>
  <dcterms:modified xsi:type="dcterms:W3CDTF">2026-04-17T19:13:14Z</dcterms:modified>
</cp:coreProperties>
</file>