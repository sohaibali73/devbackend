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768328"/>
            <a:ext cx="1828800" cy="3835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900" y="1817370"/>
            <a:ext cx="84582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 KITCHEN SINK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342900" y="3360420"/>
            <a:ext cx="8458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Every template, theme &amp; mode in one deck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42900" y="4354830"/>
            <a:ext cx="8458200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2900" y="4581144"/>
            <a:ext cx="84582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EC00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Built to Conquer Risk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57250"/>
            <a:ext cx="4572000" cy="514350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57250"/>
            <a:ext cx="100584" cy="5143500"/>
          </a:xfrm>
          <a:prstGeom prst="rect">
            <a:avLst/>
          </a:prstGeom>
          <a:solidFill>
            <a:srgbClr val="FEC00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481" y="1131570"/>
            <a:ext cx="475598" cy="4800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693926"/>
            <a:ext cx="4023360" cy="2057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96796"/>
            <a:ext cx="4023360" cy="7543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INVESTMENT STRATEGIES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822960" y="2633472"/>
            <a:ext cx="4023360" cy="7543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AND SOLUTIONS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3470148"/>
            <a:ext cx="4023360" cy="37719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AT POTOMAC FUND MANAGEMENT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011930"/>
            <a:ext cx="4023360" cy="2057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4032504"/>
            <a:ext cx="4023360" cy="3429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STRATEGY OVERVIEW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44577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Tactical, risk-managed portfolios for any market environment.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45211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CONFIDENTIAL — FOR INTERNAL USE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66660" y="453471"/>
            <a:ext cx="1234440" cy="2589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900" y="274320"/>
            <a:ext cx="715518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HEX ROW — STRATEGIES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42900" y="1097280"/>
            <a:ext cx="1431036" cy="54864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2900" y="1186434"/>
            <a:ext cx="71551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Tactical sleeves spanning two decades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2900" y="2492499"/>
            <a:ext cx="1554480" cy="1794959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" y="5271539"/>
            <a:ext cx="1554480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FIRST STEP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31520" y="6014260"/>
            <a:ext cx="777240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2900" y="6138047"/>
            <a:ext cx="1554480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2002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2068830" y="2492499"/>
            <a:ext cx="1554480" cy="1794959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68830" y="5271539"/>
            <a:ext cx="1554480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EVOLUTION</a:t>
            </a:r>
            <a:endParaRPr lang="en-US" sz="2500" dirty="0"/>
          </a:p>
        </p:txBody>
      </p:sp>
      <p:sp>
        <p:nvSpPr>
          <p:cNvPr id="13" name="Shape 10"/>
          <p:cNvSpPr/>
          <p:nvPr/>
        </p:nvSpPr>
        <p:spPr>
          <a:xfrm>
            <a:off x="2457450" y="6014260"/>
            <a:ext cx="777240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68830" y="6138047"/>
            <a:ext cx="1554480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2010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3794760" y="2492499"/>
            <a:ext cx="1554480" cy="1794959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94760" y="5271539"/>
            <a:ext cx="1554480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OPPORTUNITY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4183380" y="6014260"/>
            <a:ext cx="777240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94760" y="6138047"/>
            <a:ext cx="1554480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2015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5520690" y="2492499"/>
            <a:ext cx="1554480" cy="1794959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20690" y="5271539"/>
            <a:ext cx="1554480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INSIGHT</a:t>
            </a:r>
            <a:endParaRPr lang="en-US" sz="3200" dirty="0"/>
          </a:p>
        </p:txBody>
      </p:sp>
      <p:sp>
        <p:nvSpPr>
          <p:cNvPr id="21" name="Shape 18"/>
          <p:cNvSpPr/>
          <p:nvPr/>
        </p:nvSpPr>
        <p:spPr>
          <a:xfrm>
            <a:off x="5909310" y="6014260"/>
            <a:ext cx="777240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20690" y="6138047"/>
            <a:ext cx="1554480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2020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7246620" y="2492499"/>
            <a:ext cx="1554480" cy="1794959"/>
          </a:xfrm>
          <a:prstGeom prst="hexagon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46620" y="5271539"/>
            <a:ext cx="1554480" cy="74272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ATLAS</a:t>
            </a:r>
            <a:endParaRPr lang="en-US" sz="3200" dirty="0"/>
          </a:p>
        </p:txBody>
      </p:sp>
      <p:sp>
        <p:nvSpPr>
          <p:cNvPr id="25" name="Shape 22"/>
          <p:cNvSpPr/>
          <p:nvPr/>
        </p:nvSpPr>
        <p:spPr>
          <a:xfrm>
            <a:off x="7635240" y="6014260"/>
            <a:ext cx="777240" cy="39612"/>
          </a:xfrm>
          <a:prstGeom prst="rect">
            <a:avLst/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46620" y="6138047"/>
            <a:ext cx="1554480" cy="44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2024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74320"/>
            <a:ext cx="8458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TEAM TRIAD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42900" y="1920240"/>
            <a:ext cx="2424684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6603" y="1563624"/>
            <a:ext cx="1697279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6603" y="1563624"/>
            <a:ext cx="1697279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RESEARCH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36875" y="2249424"/>
            <a:ext cx="2036735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Investment due diligence and fund monitoring.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94457" y="3551301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+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59658" y="1920240"/>
            <a:ext cx="2424684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23361" y="1563624"/>
            <a:ext cx="1697279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3361" y="1563624"/>
            <a:ext cx="1697279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PORTFOLIO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53633" y="2249424"/>
            <a:ext cx="2036735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Allocation, execution and rebalancing.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11215" y="3551301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=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76416" y="1920240"/>
            <a:ext cx="2424684" cy="3600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EC0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40119" y="1563624"/>
            <a:ext cx="1697279" cy="548640"/>
          </a:xfrm>
          <a:prstGeom prst="roundRect">
            <a:avLst>
              <a:gd name="adj" fmla="val 50000"/>
            </a:avLst>
          </a:prstGeom>
          <a:solidFill>
            <a:srgbClr val="FEC00F"/>
          </a:solidFill>
          <a:ln w="12700">
            <a:solidFill>
              <a:srgbClr val="FEC0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0119" y="1563624"/>
            <a:ext cx="1697279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RISK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70391" y="2249424"/>
            <a:ext cx="2036735" cy="31341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Systematic drawdown control &amp; volatility sizing.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8595360" cy="6309360"/>
          </a:xfrm>
          <a:prstGeom prst="rect">
            <a:avLst/>
          </a:prstGeom>
          <a:ln w="38100">
            <a:solidFill>
              <a:srgbClr val="FEC0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2857" y="589788"/>
            <a:ext cx="675272" cy="6814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9788" y="1441552"/>
            <a:ext cx="7964424" cy="8517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BUILT TO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589788" y="2406884"/>
            <a:ext cx="7964424" cy="11356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CONQUER RISK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1386230" y="3656137"/>
            <a:ext cx="6371539" cy="56784"/>
          </a:xfrm>
          <a:prstGeom prst="rect">
            <a:avLst/>
          </a:prstGeom>
          <a:solidFill>
            <a:srgbClr val="FEC00F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" y="3826490"/>
            <a:ext cx="7964424" cy="2839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9788" y="4223979"/>
            <a:ext cx="7964424" cy="12492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Review risk tolerance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Select matching strategy sleeve</a:t>
            </a:r>
            <a:pPr algn="l"/>
            <a:r>
              <a:rPr lang="en-US" sz="1600" dirty="0">
                <a:solidFill>
                  <a:srgbClr val="212121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Onboard via advisor portal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89788" y="5586801"/>
            <a:ext cx="7964424" cy="45427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C00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potomacfund.com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Kitchen Sink (standard)</dc:title>
  <dc:subject>PptxGenJS Presentation</dc:subject>
  <dc:creator>Potomac</dc:creator>
  <cp:lastModifiedBy>Potomac</cp:lastModifiedBy>
  <cp:revision>1</cp:revision>
  <dcterms:created xsi:type="dcterms:W3CDTF">2026-04-17T19:13:13Z</dcterms:created>
  <dcterms:modified xsi:type="dcterms:W3CDTF">2026-04-17T19:13:13Z</dcterms:modified>
</cp:coreProperties>
</file>