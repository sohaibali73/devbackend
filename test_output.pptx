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678" y="274320"/>
            <a:ext cx="2438339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1817370"/>
            <a:ext cx="11277318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COMMODITIES DEMYSTIFIED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33604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Section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189" y="4354830"/>
            <a:ext cx="11277318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189" y="4581144"/>
            <a:ext cx="1127731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Trafigura operational guide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88628" y="274320"/>
            <a:ext cx="1645879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189" y="1323594"/>
            <a:ext cx="11277318" cy="52600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Section B is operational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Trafigura case study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Trading firms create value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88628" y="274320"/>
            <a:ext cx="1645879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KEY FACTS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8773" y="1615178"/>
            <a:ext cx="3061637" cy="22251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</a:t>
            </a:r>
            <a:endParaRPr lang="en-US" sz="13100" dirty="0"/>
          </a:p>
        </p:txBody>
      </p:sp>
      <p:sp>
        <p:nvSpPr>
          <p:cNvPr id="7" name="Text 5"/>
          <p:cNvSpPr/>
          <p:nvPr/>
        </p:nvSpPr>
        <p:spPr>
          <a:xfrm>
            <a:off x="748773" y="4042603"/>
            <a:ext cx="3061637" cy="16182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55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Chapters</a:t>
            </a:r>
            <a:endParaRPr lang="en-US" sz="5500" dirty="0"/>
          </a:p>
        </p:txBody>
      </p:sp>
      <p:sp>
        <p:nvSpPr>
          <p:cNvPr id="8" name="Text 6"/>
          <p:cNvSpPr/>
          <p:nvPr/>
        </p:nvSpPr>
        <p:spPr>
          <a:xfrm>
            <a:off x="4565029" y="1615178"/>
            <a:ext cx="3061637" cy="22251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3%</a:t>
            </a:r>
            <a:endParaRPr lang="en-US" sz="13100" dirty="0"/>
          </a:p>
        </p:txBody>
      </p:sp>
      <p:sp>
        <p:nvSpPr>
          <p:cNvPr id="9" name="Text 7"/>
          <p:cNvSpPr/>
          <p:nvPr/>
        </p:nvSpPr>
        <p:spPr>
          <a:xfrm>
            <a:off x="4565029" y="4042603"/>
            <a:ext cx="3061637" cy="16182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57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Margin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8381285" y="1615178"/>
            <a:ext cx="3061637" cy="22251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1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20%</a:t>
            </a:r>
            <a:endParaRPr lang="en-US" sz="13100" dirty="0"/>
          </a:p>
        </p:txBody>
      </p:sp>
      <p:sp>
        <p:nvSpPr>
          <p:cNvPr id="11" name="Text 9"/>
          <p:cNvSpPr/>
          <p:nvPr/>
        </p:nvSpPr>
        <p:spPr>
          <a:xfrm>
            <a:off x="8381285" y="4042603"/>
            <a:ext cx="3061637" cy="16182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55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LNG Spot</a:t>
            </a:r>
            <a:endParaRPr lang="en-US" sz="5500" dirty="0"/>
          </a:p>
        </p:txBody>
      </p:sp>
      <p:sp>
        <p:nvSpPr>
          <p:cNvPr id="12" name="Text 10"/>
          <p:cNvSpPr/>
          <p:nvPr/>
        </p:nvSpPr>
        <p:spPr>
          <a:xfrm>
            <a:off x="457189" y="5952470"/>
            <a:ext cx="11277318" cy="6312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Source: Trafigura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9788" y="589788"/>
            <a:ext cx="681411" cy="68141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89788" y="1441552"/>
            <a:ext cx="11012119" cy="8517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READY TO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589788" y="2406884"/>
            <a:ext cx="11012119" cy="1135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GET STARTED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691000" y="3656137"/>
            <a:ext cx="8809695" cy="5678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" y="3826490"/>
            <a:ext cx="11012119" cy="2839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Commodities Demystified - Section B Summary</dc:title>
  <dc:subject>PptxGenJS Presentation</dc:subject>
  <dc:creator>Potomac</dc:creator>
  <cp:lastModifiedBy>Potomac</cp:lastModifiedBy>
  <cp:revision>1</cp:revision>
  <dcterms:created xsi:type="dcterms:W3CDTF">2026-05-18T12:54:27Z</dcterms:created>
  <dcterms:modified xsi:type="dcterms:W3CDTF">2026-05-18T12:54:27Z</dcterms:modified>
</cp:coreProperties>
</file>