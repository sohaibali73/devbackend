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78" y="621462"/>
            <a:ext cx="2438339" cy="6773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SANDBOX V2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Canvas, layout engine, primitives &amp; templates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189" y="4581144"/>
            <a:ext cx="1127731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2" y="857250"/>
            <a:ext cx="6095848" cy="51435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02" y="857250"/>
            <a:ext cx="134109" cy="5143500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973" y="1223001"/>
            <a:ext cx="480060" cy="480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53" y="1785357"/>
            <a:ext cx="5364346" cy="2057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53" y="1888227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53" y="2724903"/>
            <a:ext cx="5364346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97253" y="3561579"/>
            <a:ext cx="5364346" cy="3771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53" y="4103361"/>
            <a:ext cx="5364346" cy="2057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53" y="4123935"/>
            <a:ext cx="5364346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53" y="4549131"/>
            <a:ext cx="5364346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53" y="5360679"/>
            <a:ext cx="5364346" cy="2743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743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BRINGING THE TEAM TOGETHER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113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2113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FUND 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5815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59180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79432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4357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4357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 MGMT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8059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81423" y="3494919"/>
            <a:ext cx="451093" cy="45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1675" y="1920240"/>
            <a:ext cx="3232831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86600" y="1563624"/>
            <a:ext cx="2262982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6600" y="1563624"/>
            <a:ext cx="226298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 OVERLAY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60302" y="2249424"/>
            <a:ext cx="2715578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628" y="354336"/>
            <a:ext cx="1645879" cy="4571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OUR STRATEGIES ARE TACTICAL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189" y="1186434"/>
            <a:ext cx="9540001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Each sleeve plays a specific role in the portfolio.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189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189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1129874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189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319381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381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3992066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381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181573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81573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6854258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81573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043765" y="1632204"/>
            <a:ext cx="2690742" cy="3515548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43765" y="5271539"/>
            <a:ext cx="2690742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9716450" y="6014260"/>
            <a:ext cx="1345371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43765" y="6138047"/>
            <a:ext cx="2690742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589788"/>
            <a:ext cx="681411" cy="68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" y="4223979"/>
            <a:ext cx="11012119" cy="12492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" y="5586801"/>
            <a:ext cx="11012119" cy="4542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Sandbox v2 Smoke Test</dc:title>
  <dc:subject>PptxGenJS Presentation</dc:subject>
  <dc:creator>Potomac</dc:creator>
  <cp:lastModifiedBy>Potomac</cp:lastModifiedBy>
  <cp:revision>1</cp:revision>
  <dcterms:created xsi:type="dcterms:W3CDTF">2026-04-17T17:14:12Z</dcterms:created>
  <dcterms:modified xsi:type="dcterms:W3CDTF">2026-04-17T17:14:12Z</dcterms:modified>
</cp:coreProperties>
</file>