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583" cy="756208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75734" y="834488"/>
            <a:ext cx="2137867" cy="448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850" y="2003953"/>
            <a:ext cx="9887636" cy="1512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KITCHEN SINK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00850" y="3705423"/>
            <a:ext cx="9887636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template, theme &amp; mode in one deck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00850" y="4801926"/>
            <a:ext cx="9887636" cy="60497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0850" y="5051475"/>
            <a:ext cx="9887636" cy="4537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1360" y="945261"/>
            <a:ext cx="5344668" cy="567156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641360" y="945261"/>
            <a:ext cx="117583" cy="5671566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0507" y="1265941"/>
            <a:ext cx="524427" cy="529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2040" y="1886032"/>
            <a:ext cx="4703308" cy="22686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962040" y="1999464"/>
            <a:ext cx="4703308" cy="8318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62040" y="2922038"/>
            <a:ext cx="4703308" cy="8318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62040" y="3844613"/>
            <a:ext cx="4703308" cy="4159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2040" y="4442018"/>
            <a:ext cx="4703308" cy="2268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962040" y="4464704"/>
            <a:ext cx="4703308" cy="378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2040" y="4933554"/>
            <a:ext cx="4703308" cy="6049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Tactical,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2040" y="5993663"/>
            <a:ext cx="4703308" cy="302484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583" cy="7562088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45426" y="491440"/>
            <a:ext cx="1443060" cy="3026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850" y="302484"/>
            <a:ext cx="8364405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HEX ROW — STRATEGIES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00850" y="1209934"/>
            <a:ext cx="1672881" cy="60497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0850" y="1308241"/>
            <a:ext cx="8364405" cy="3024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sleeves spanning two decades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850" y="1799777"/>
            <a:ext cx="1826285" cy="387647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850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57421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0850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2416188" y="1799777"/>
            <a:ext cx="1826285" cy="387647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16188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2872759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6188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431525" y="1799777"/>
            <a:ext cx="1826285" cy="387647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1525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888097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1525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6446863" y="1799777"/>
            <a:ext cx="1826285" cy="387647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863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500" dirty="0"/>
          </a:p>
        </p:txBody>
      </p:sp>
      <p:sp>
        <p:nvSpPr>
          <p:cNvPr id="21" name="Shape 18"/>
          <p:cNvSpPr/>
          <p:nvPr/>
        </p:nvSpPr>
        <p:spPr>
          <a:xfrm>
            <a:off x="6903434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863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8462201" y="1799777"/>
            <a:ext cx="1826285" cy="387647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62201" y="5812750"/>
            <a:ext cx="1826285" cy="818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ATLAS</a:t>
            </a:r>
            <a:endParaRPr lang="en-US" sz="3500" dirty="0"/>
          </a:p>
        </p:txBody>
      </p:sp>
      <p:sp>
        <p:nvSpPr>
          <p:cNvPr id="25" name="Shape 22"/>
          <p:cNvSpPr/>
          <p:nvPr/>
        </p:nvSpPr>
        <p:spPr>
          <a:xfrm>
            <a:off x="8918772" y="6631724"/>
            <a:ext cx="913143" cy="43679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62201" y="6768220"/>
            <a:ext cx="1826285" cy="491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2024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850" y="302484"/>
            <a:ext cx="9887636" cy="9074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 TRIAD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0085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6018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6018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760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620" y="3904680"/>
            <a:ext cx="395505" cy="3955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2744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609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609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5419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0210" y="3904680"/>
            <a:ext cx="395505" cy="3955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4030" y="2117385"/>
            <a:ext cx="2834456" cy="397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9199" y="1724156"/>
            <a:ext cx="1984119" cy="604967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9199" y="1724156"/>
            <a:ext cx="1984119" cy="60496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787" y="2480365"/>
            <a:ext cx="2380943" cy="34558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484" y="302484"/>
            <a:ext cx="10084369" cy="6957121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24" y="650340"/>
            <a:ext cx="744600" cy="751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0340" y="1589551"/>
            <a:ext cx="9388657" cy="9392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50340" y="2653990"/>
            <a:ext cx="9388657" cy="125228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589205" y="4031500"/>
            <a:ext cx="7510925" cy="6261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650340" y="4219343"/>
            <a:ext cx="9388657" cy="3130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0340" y="4657641"/>
            <a:ext cx="9388657" cy="13775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0340" y="6160379"/>
            <a:ext cx="9388657" cy="5009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Kitchen Sink (a4_landscape)</dc:title>
  <dc:subject>PptxGenJS Presentation</dc:subject>
  <dc:creator>Potomac</dc:creator>
  <cp:lastModifiedBy>Potomac</cp:lastModifiedBy>
  <cp:revision>1</cp:revision>
  <dcterms:created xsi:type="dcterms:W3CDTF">2026-04-17T18:43:54Z</dcterms:created>
  <dcterms:modified xsi:type="dcterms:W3CDTF">2026-04-17T18:43:54Z</dcterms:modified>
</cp:coreProperties>
</file>