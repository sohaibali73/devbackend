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ALPS Alerian MLP ETF (AMLP)</c:v>
                </c:pt>
              </c:strCache>
            </c:strRef>
          </c:tx>
          <c:spPr>
            <a:solidFill>
              <a:srgbClr val="212121"/>
            </a:solidFill>
            <a:ln w="25400" cap="flat">
              <a:solidFill>
                <a:srgbClr val="21212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12121"/>
              </a:solidFill>
              <a:ln w="9525" cap="flat">
                <a:solidFill>
                  <a:srgbClr val="21212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2012</c:v>
                  </c:pt>
                  <c:pt idx="1">
                    <c:v>2014</c:v>
                  </c:pt>
                  <c:pt idx="2">
                    <c:v>2016</c:v>
                  </c:pt>
                  <c:pt idx="3">
                    <c:v>2018</c:v>
                  </c:pt>
                  <c:pt idx="4">
                    <c:v>2020</c:v>
                  </c:pt>
                  <c:pt idx="5">
                    <c:v>2022</c:v>
                  </c:pt>
                  <c:pt idx="6">
                    <c:v>2024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32</c:v>
                </c:pt>
                <c:pt idx="1">
                  <c:v>36</c:v>
                </c:pt>
                <c:pt idx="2">
                  <c:v>30</c:v>
                </c:pt>
                <c:pt idx="3">
                  <c:v>28</c:v>
                </c:pt>
                <c:pt idx="4">
                  <c:v>14</c:v>
                </c:pt>
                <c:pt idx="5">
                  <c:v>28</c:v>
                </c:pt>
                <c:pt idx="6">
                  <c:v>38</c:v>
                </c:pt>
                <c:pt idx="7">
                  <c:v>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29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5100"/>
            <a:ext cx="12191695" cy="3429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59413" y="2887533"/>
            <a:ext cx="1072869" cy="10829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4761" y="1731645"/>
            <a:ext cx="2682173" cy="84867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754761" y="4379519"/>
            <a:ext cx="2682173" cy="7468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UNIVERSITY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754761" y="3361106"/>
            <a:ext cx="2682173" cy="27157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EST.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C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29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5100"/>
            <a:ext cx="12191695" cy="3429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19170" y="1885950"/>
            <a:ext cx="9753356" cy="13578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9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Title</a:t>
            </a:r>
            <a:endParaRPr lang="en-US" sz="8900" dirty="0"/>
          </a:p>
        </p:txBody>
      </p:sp>
      <p:sp>
        <p:nvSpPr>
          <p:cNvPr id="5" name="Text 3"/>
          <p:cNvSpPr/>
          <p:nvPr/>
        </p:nvSpPr>
        <p:spPr>
          <a:xfrm>
            <a:off x="1219170" y="3429000"/>
            <a:ext cx="9753356" cy="43205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Manish Khatta, CEO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169841" y="4046220"/>
            <a:ext cx="5852014" cy="24689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76678" y="5400931"/>
            <a:ext cx="2438339" cy="5001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29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5100"/>
            <a:ext cx="12191695" cy="3429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1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WELCOME TO</a:t>
            </a:r>
            <a:endParaRPr lang="en-US" sz="8100" dirty="0"/>
          </a:p>
          <a:p>
            <a:pPr algn="ctr" indent="0" marL="0">
              <a:buNone/>
            </a:pPr>
            <a:r>
              <a:rPr lang="en-US" sz="81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POTOMAC UNIVERSITY</a:t>
            </a:r>
            <a:endParaRPr lang="en-US" sz="8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585" y="520385"/>
            <a:ext cx="2438339" cy="32808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00" kern="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HISTORY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38339" y="397353"/>
            <a:ext cx="7315017" cy="574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600" kern="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TREND DIRECTION</a:t>
            </a:r>
            <a:endParaRPr lang="en-US" sz="3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14753" y="520385"/>
            <a:ext cx="325131" cy="328087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731502" y="1094537"/>
          <a:ext cx="10728692" cy="49213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0" y="6205118"/>
            <a:ext cx="12191695" cy="37856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For illustrative purposes only.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C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29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5100"/>
            <a:ext cx="12191695" cy="3429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02" y="342900"/>
            <a:ext cx="3047924" cy="37959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02" y="4138803"/>
            <a:ext cx="1523962" cy="833247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2255464" y="4138803"/>
            <a:ext cx="1523962" cy="833247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21348" y="1670225"/>
            <a:ext cx="1268231" cy="12801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690" y="1037272"/>
            <a:ext cx="2133547" cy="5092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690" y="3074099"/>
            <a:ext cx="2133547" cy="5092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UNIVERSITY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89010" y="1268730"/>
            <a:ext cx="7193100" cy="43205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WELCOME TO POTOMAC UNIVERSITY</a:t>
            </a:r>
            <a:endParaRPr lang="en-US" sz="5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585" y="520385"/>
            <a:ext cx="2194505" cy="32808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00" kern="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HISTORY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94505" y="397353"/>
            <a:ext cx="7802685" cy="574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600" kern="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TREND DIRECTION</a:t>
            </a:r>
            <a:endParaRPr lang="en-US" sz="3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14753" y="520385"/>
            <a:ext cx="325131" cy="32808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75742" y="1883207"/>
            <a:ext cx="3312414" cy="331241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52277" y="2794121"/>
            <a:ext cx="1159345" cy="1159345"/>
          </a:xfrm>
          <a:prstGeom prst="ellipse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52277" y="2794121"/>
            <a:ext cx="1159345" cy="115934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</a:t>
            </a:r>
            <a:endParaRPr lang="en-US" sz="7600" dirty="0"/>
          </a:p>
        </p:txBody>
      </p:sp>
      <p:sp>
        <p:nvSpPr>
          <p:cNvPr id="10" name="Text 7"/>
          <p:cNvSpPr/>
          <p:nvPr/>
        </p:nvSpPr>
        <p:spPr>
          <a:xfrm>
            <a:off x="624173" y="3713316"/>
            <a:ext cx="2815552" cy="9937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Trend Direction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4173" y="4061119"/>
            <a:ext cx="2815552" cy="9937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(up, down, or sideways)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39641" y="1883207"/>
            <a:ext cx="3312414" cy="331241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16175" y="2794121"/>
            <a:ext cx="1159345" cy="1159345"/>
          </a:xfrm>
          <a:prstGeom prst="ellipse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16175" y="2794121"/>
            <a:ext cx="1159345" cy="115934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</a:t>
            </a:r>
            <a:endParaRPr lang="en-US" sz="7600" dirty="0"/>
          </a:p>
        </p:txBody>
      </p:sp>
      <p:sp>
        <p:nvSpPr>
          <p:cNvPr id="15" name="Text 12"/>
          <p:cNvSpPr/>
          <p:nvPr/>
        </p:nvSpPr>
        <p:spPr>
          <a:xfrm>
            <a:off x="4688072" y="3713316"/>
            <a:ext cx="2815552" cy="9937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Trend Health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88072" y="4061119"/>
            <a:ext cx="2815552" cy="9937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(Breadth and Volume)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503539" y="1883207"/>
            <a:ext cx="3312414" cy="331241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80074" y="2794121"/>
            <a:ext cx="1159345" cy="1159345"/>
          </a:xfrm>
          <a:prstGeom prst="ellipse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80074" y="2794121"/>
            <a:ext cx="1159345" cy="115934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3</a:t>
            </a:r>
            <a:endParaRPr lang="en-US" sz="7600" dirty="0"/>
          </a:p>
        </p:txBody>
      </p:sp>
      <p:sp>
        <p:nvSpPr>
          <p:cNvPr id="20" name="Text 17"/>
          <p:cNvSpPr/>
          <p:nvPr/>
        </p:nvSpPr>
        <p:spPr>
          <a:xfrm>
            <a:off x="8751970" y="3713316"/>
            <a:ext cx="2815552" cy="9937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Intermarket Confirmation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751970" y="4061119"/>
            <a:ext cx="2815552" cy="9937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(Intermarket Relationships)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585" y="520385"/>
            <a:ext cx="2194505" cy="32808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00" kern="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HISTORY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94505" y="397353"/>
            <a:ext cx="4510927" cy="574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600" kern="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TREND DIRECTION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02" y="1739469"/>
            <a:ext cx="438901" cy="438901"/>
          </a:xfrm>
          <a:prstGeom prst="ellipse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53" y="1473098"/>
            <a:ext cx="5193662" cy="97164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Profitable with healthy margins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02" y="2711110"/>
            <a:ext cx="438901" cy="438901"/>
          </a:xfrm>
          <a:prstGeom prst="ellipse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9853" y="2444740"/>
            <a:ext cx="5193662" cy="97164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Profitable with healthy margins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02" y="3682751"/>
            <a:ext cx="438901" cy="438901"/>
          </a:xfrm>
          <a:prstGeom prst="ellipse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9853" y="3416381"/>
            <a:ext cx="5193662" cy="97164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Profitable with healthy margins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02" y="4654393"/>
            <a:ext cx="438901" cy="438901"/>
          </a:xfrm>
          <a:prstGeom prst="ellipse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9853" y="4388023"/>
            <a:ext cx="5193662" cy="97164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Profitable with healthy margins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02" y="5626034"/>
            <a:ext cx="438901" cy="438901"/>
          </a:xfrm>
          <a:prstGeom prst="ellipse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9853" y="5359664"/>
            <a:ext cx="5193662" cy="97164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Profitable with healthy margins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558851" y="589788"/>
            <a:ext cx="3901342" cy="567842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8851" y="589788"/>
            <a:ext cx="3901342" cy="56784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999999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[ PHOTO ]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C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29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5100"/>
            <a:ext cx="12191695" cy="3429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38339" y="2194560"/>
            <a:ext cx="7315017" cy="13578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9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THANK YOU!</a:t>
            </a:r>
            <a:endParaRPr lang="en-US" sz="8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76678" y="5462653"/>
            <a:ext cx="2438339" cy="5001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Potomac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Potomac University — Showcase</dc:title>
  <dc:subject>PptxGenJS Presentation</dc:subject>
  <dc:creator>Potomac</dc:creator>
  <cp:lastModifiedBy>Potomac</cp:lastModifiedBy>
  <cp:revision>1</cp:revision>
  <dcterms:created xsi:type="dcterms:W3CDTF">2026-04-17T19:37:46Z</dcterms:created>
  <dcterms:modified xsi:type="dcterms:W3CDTF">2026-04-17T19:37:46Z</dcterms:modified>
</cp:coreProperties>
</file>